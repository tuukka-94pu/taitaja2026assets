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Lexen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xend-bold.fntdata"/><Relationship Id="rId14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9f9921a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9f9921a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9f9921a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9f9921a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9f9921a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9f9921a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9f9921ac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9f9921ac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f9921ac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9f9921ac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f9921a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f9921a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f9921a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9f9921a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 rot="-2248809">
            <a:off x="-802194" y="876291"/>
            <a:ext cx="4917939" cy="792765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rot="-2248840">
            <a:off x="-1138529" y="683997"/>
            <a:ext cx="4767511" cy="192553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CC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Pelin nimi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-2248840">
            <a:off x="-1138529" y="683997"/>
            <a:ext cx="4767511" cy="192553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joku iskevä lause tähän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-2248809">
            <a:off x="-802194" y="876291"/>
            <a:ext cx="4917939" cy="792765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Genre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Story / idea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Key mechanics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Gameplay loop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Art style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Target audience / marketing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Thank you!</a:t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 rot="-2882240">
            <a:off x="2828257" y="1626372"/>
            <a:ext cx="104091" cy="913541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 rot="1713467">
            <a:off x="6073067" y="1370195"/>
            <a:ext cx="104174" cy="913585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 rot="3286535">
            <a:off x="6387737" y="1964751"/>
            <a:ext cx="121190" cy="522104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 rot="-383227">
            <a:off x="3311401" y="1663700"/>
            <a:ext cx="121353" cy="521895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 rot="-4781709">
            <a:off x="2675788" y="2096629"/>
            <a:ext cx="90561" cy="791263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 rot="205335">
            <a:off x="5552223" y="1357406"/>
            <a:ext cx="90461" cy="791268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